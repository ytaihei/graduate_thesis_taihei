
<file path=[Content_Types].xml><?xml version="1.0" encoding="utf-8"?>
<Types xmlns="http://schemas.openxmlformats.org/package/2006/content-types"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3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1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2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63" r:id="rId4"/>
  </p:sldMasterIdLst>
  <p:notesMasterIdLst>
    <p:notesMasterId r:id="rId5"/>
  </p:notesMasterIdLst>
  <p:sldIdLst>
    <p:sldId id="256" r:id="rId6"/>
    <p:sldId id="257" r:id="rId7"/>
    <p:sldId id="258" r:id="rId8"/>
  </p:sldIdLst>
  <p:sldSz cy="5143500" cx="9144000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a38c7f9d3_0_6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a38c7f9d3_0_6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g39a38c7f9d3_0_8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2" name="Google Shape;82;g39a38c7f9d3_0_8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5" name="Shape 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6" name="Google Shape;86;g39a38c7f9d3_0_7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7" name="Google Shape;87;g39a38c7f9d3_0_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png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タイトル">
  <p:cSld name="TITLE_1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Google Shape;10;p2"/>
          <p:cNvPicPr preferRelativeResize="0"/>
          <p:nvPr/>
        </p:nvPicPr>
        <p:blipFill rotWithShape="1">
          <a:blip r:embed="rId2">
            <a:alphaModFix/>
          </a:blip>
          <a:srcRect b="13659" l="0" r="0" t="0"/>
          <a:stretch/>
        </p:blipFill>
        <p:spPr>
          <a:xfrm>
            <a:off x="0" y="0"/>
            <a:ext cx="9144000" cy="4145101"/>
          </a:xfrm>
          <a:prstGeom prst="rect">
            <a:avLst/>
          </a:prstGeom>
          <a:noFill/>
          <a:ln>
            <a:noFill/>
          </a:ln>
        </p:spPr>
      </p:pic>
      <p:sp>
        <p:nvSpPr>
          <p:cNvPr id="11" name="Google Shape;11;p2"/>
          <p:cNvSpPr/>
          <p:nvPr/>
        </p:nvSpPr>
        <p:spPr>
          <a:xfrm>
            <a:off x="-19950" y="0"/>
            <a:ext cx="9183900" cy="4145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" name="Google Shape;12;p2"/>
          <p:cNvSpPr txBox="1"/>
          <p:nvPr>
            <p:ph type="ctrTitle"/>
          </p:nvPr>
        </p:nvSpPr>
        <p:spPr>
          <a:xfrm>
            <a:off x="311700" y="1198600"/>
            <a:ext cx="8520600" cy="148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600"/>
              <a:buNone/>
              <a:defRPr b="1" sz="36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5200"/>
              <a:buNone/>
              <a:defRPr sz="5200">
                <a:solidFill>
                  <a:srgbClr val="666666"/>
                </a:solidFill>
              </a:defRPr>
            </a:lvl9pPr>
          </a:lstStyle>
          <a:p/>
        </p:txBody>
      </p:sp>
      <p:sp>
        <p:nvSpPr>
          <p:cNvPr id="13" name="Google Shape;13;p2"/>
          <p:cNvSpPr txBox="1"/>
          <p:nvPr>
            <p:ph idx="1" type="subTitle"/>
          </p:nvPr>
        </p:nvSpPr>
        <p:spPr>
          <a:xfrm>
            <a:off x="311700" y="2963475"/>
            <a:ext cx="8520600" cy="7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2800"/>
              <a:buNone/>
              <a:defRPr sz="2800">
                <a:solidFill>
                  <a:srgbClr val="FFFFFF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cxnSp>
        <p:nvCxnSpPr>
          <p:cNvPr id="14" name="Google Shape;14;p2"/>
          <p:cNvCxnSpPr/>
          <p:nvPr/>
        </p:nvCxnSpPr>
        <p:spPr>
          <a:xfrm>
            <a:off x="-19950" y="2797175"/>
            <a:ext cx="7313100" cy="0"/>
          </a:xfrm>
          <a:prstGeom prst="straightConnector1">
            <a:avLst/>
          </a:prstGeom>
          <a:noFill/>
          <a:ln cap="flat" cmpd="sng" w="28575">
            <a:solidFill>
              <a:srgbClr val="FFFFFF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15" name="Google Shape;15;p2"/>
          <p:cNvSpPr txBox="1"/>
          <p:nvPr>
            <p:ph idx="2" type="subTitle"/>
          </p:nvPr>
        </p:nvSpPr>
        <p:spPr>
          <a:xfrm>
            <a:off x="500550" y="4145100"/>
            <a:ext cx="62214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999999"/>
              </a:buClr>
              <a:buSzPts val="1800"/>
              <a:buNone/>
              <a:defRPr>
                <a:solidFill>
                  <a:srgbClr val="999999"/>
                </a:solidFill>
              </a:defRPr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6" name="Google Shape;16;p2"/>
          <p:cNvSpPr txBox="1"/>
          <p:nvPr/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 sz="1000">
                <a:solidFill>
                  <a:srgbClr val="595959"/>
                </a:solidFill>
              </a:rPr>
              <a:t>‹#›</a:t>
            </a:fld>
            <a:endParaRPr sz="1000">
              <a:solidFill>
                <a:srgbClr val="595959"/>
              </a:solid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本文">
  <p:cSld name="TITLE_AND_BODY_1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666666"/>
              </a:buClr>
              <a:buSzPts val="2400"/>
              <a:buNone/>
              <a:defRPr b="1" sz="2400">
                <a:solidFill>
                  <a:srgbClr val="666666"/>
                </a:solidFill>
              </a:defRPr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cxnSp>
        <p:nvCxnSpPr>
          <p:cNvPr id="21" name="Google Shape;21;p3"/>
          <p:cNvCxnSpPr/>
          <p:nvPr/>
        </p:nvCxnSpPr>
        <p:spPr>
          <a:xfrm>
            <a:off x="0" y="975100"/>
            <a:ext cx="7313100" cy="0"/>
          </a:xfrm>
          <a:prstGeom prst="straightConnector1">
            <a:avLst/>
          </a:prstGeom>
          <a:noFill/>
          <a:ln cap="flat" cmpd="sng" w="28575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22" name="Google Shape;22;p3"/>
          <p:cNvSpPr txBox="1"/>
          <p:nvPr>
            <p:ph idx="2" type="subTitle"/>
          </p:nvPr>
        </p:nvSpPr>
        <p:spPr>
          <a:xfrm>
            <a:off x="1069075" y="4662975"/>
            <a:ext cx="70665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 sz="800"/>
            </a:lvl1pPr>
            <a:lvl2pPr lvl="1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3"/>
          <p:cNvSpPr txBox="1"/>
          <p:nvPr>
            <p:ph idx="3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章" type="title">
  <p:cSld name="TITLE">
    <p:spTree>
      <p:nvGrpSpPr>
        <p:cNvPr id="24" name="Shape 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Google Shape;25;p4"/>
          <p:cNvSpPr txBox="1"/>
          <p:nvPr>
            <p:ph type="ctrTitle"/>
          </p:nvPr>
        </p:nvSpPr>
        <p:spPr>
          <a:xfrm>
            <a:off x="311700" y="2232150"/>
            <a:ext cx="8520600" cy="6792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100"/>
              <a:buNone/>
              <a:defRPr sz="3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  <p:sp>
        <p:nvSpPr>
          <p:cNvPr id="27" name="Google Shape;27;p4"/>
          <p:cNvSpPr/>
          <p:nvPr/>
        </p:nvSpPr>
        <p:spPr>
          <a:xfrm>
            <a:off x="-19950" y="2911350"/>
            <a:ext cx="9183900" cy="80100"/>
          </a:xfrm>
          <a:prstGeom prst="rect">
            <a:avLst/>
          </a:prstGeom>
          <a:solidFill>
            <a:schemeClr val="accent5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5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30" name="Google Shape;30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31" name="Shape 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Google Shape;32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3" name="Google Shape;33;p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34" name="Google Shape;34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37" name="Google Shape;37;p7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8" name="Google Shape;38;p7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9" name="Google Shape;39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42" name="Google Shape;42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43" name="Shape 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Google Shape;44;p9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5" name="Google Shape;45;p9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6" name="Google Shape;46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47" name="Shape 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Google Shape;48;p10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49" name="Google Shape;49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1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r>
              <a:t/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2" name="Google Shape;52;p11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53" name="Google Shape;53;p11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4" name="Google Shape;54;p11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5" name="Google Shape;55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p12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/>
        </p:txBody>
      </p:sp>
      <p:sp>
        <p:nvSpPr>
          <p:cNvPr id="58" name="Google Shape;58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p13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  <a:noFill/>
          <a:ln>
            <a:noFill/>
          </a:ln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1" name="Google Shape;61;p13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62" name="Google Shape;62;p1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3" name="Shape 6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2">
  <p:cSld name="TITLE_2"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5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67" name="Google Shape;67;p15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68" name="Google Shape;68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_3">
  <p:cSld name="TITLE_3">
    <p:spTree>
      <p:nvGrpSpPr>
        <p:cNvPr id="69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p16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71" name="Google Shape;71;p16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72" name="Google Shape;72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b="0" i="0" sz="2800" u="none" cap="none" strike="noStrik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b="0" i="0" sz="18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317500" lvl="1" marL="914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317500" lvl="2" marL="1371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317500" lvl="3" marL="1828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317500" lvl="4" marL="22860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317500" lvl="5" marL="2743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317500" lvl="6" marL="32004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317500" lvl="7" marL="36576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317500" lvl="8" marL="41148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b="0" i="0" sz="14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b="0" i="0" sz="1000" u="none" cap="none" strike="noStrik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ja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  <p:sldLayoutId id="2147483661" r:id="rId14"/>
    <p:sldLayoutId id="2147483662" r:id="rId15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7"/>
          <p:cNvSpPr txBox="1"/>
          <p:nvPr>
            <p:ph type="ctrTitle"/>
          </p:nvPr>
        </p:nvSpPr>
        <p:spPr>
          <a:xfrm>
            <a:off x="311700" y="1198600"/>
            <a:ext cx="8520600" cy="148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8" name="Google Shape;78;p17"/>
          <p:cNvSpPr txBox="1"/>
          <p:nvPr>
            <p:ph idx="1" type="subTitle"/>
          </p:nvPr>
        </p:nvSpPr>
        <p:spPr>
          <a:xfrm>
            <a:off x="311700" y="29634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79" name="Google Shape;79;p17"/>
          <p:cNvSpPr txBox="1"/>
          <p:nvPr>
            <p:ph idx="2" type="subTitle"/>
          </p:nvPr>
        </p:nvSpPr>
        <p:spPr>
          <a:xfrm>
            <a:off x="500550" y="4145100"/>
            <a:ext cx="62214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8"/>
          <p:cNvSpPr txBox="1"/>
          <p:nvPr>
            <p:ph type="ctrTitle"/>
          </p:nvPr>
        </p:nvSpPr>
        <p:spPr>
          <a:xfrm>
            <a:off x="311700" y="2232150"/>
            <a:ext cx="8520600" cy="6792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8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1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0" name="Google Shape;90;p1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1" name="Google Shape;91;p19"/>
          <p:cNvSpPr txBox="1"/>
          <p:nvPr>
            <p:ph idx="2" type="subTitle"/>
          </p:nvPr>
        </p:nvSpPr>
        <p:spPr>
          <a:xfrm>
            <a:off x="1069075" y="4662975"/>
            <a:ext cx="7066500" cy="393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